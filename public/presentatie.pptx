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097280"/>
            <a:ext cx="6400800" cy="2926080"/>
          </a:xfrm>
          <a:prstGeom prst="rect">
            <a:avLst/>
          </a:prstGeom>
          <a:solidFill>
            <a:srgbClr val="141838"/>
          </a:solidFill>
          <a:ln w="19050">
            <a:solidFill>
              <a:srgbClr val="00F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800">
                <a:solidFill>
                  <a:srgbClr val="00FFCC"/>
                </a:solidFill>
                <a:latin typeface="Arial"/>
              </a:defRPr>
            </a:pPr>
            <a:r>
              <a:t>JJj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282828"/>
                </a:solidFill>
                <a:latin typeface="Arial"/>
              </a:defRPr>
            </a:pPr>
            <a:r>
              <a:t>jj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FF0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4114800" cy="3200400"/>
          </a:xfrm>
          <a:prstGeom prst="rect">
            <a:avLst/>
          </a:prstGeom>
          <a:solidFill>
            <a:srgbClr val="141838"/>
          </a:solidFill>
          <a:ln w="19050">
            <a:solidFill>
              <a:srgbClr val="00F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im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3040"/>
            <a:ext cx="347472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6576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 sz="3800">
                <a:solidFill>
                  <a:srgbClr val="00FFCC"/>
                </a:solidFill>
                <a:latin typeface="Arial"/>
              </a:defRPr>
            </a:pPr>
            <a:r>
              <a:t>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00FFCC"/>
                </a:solidFill>
                <a:latin typeface="Arial"/>
              </a:defRPr>
            </a:pPr>
            <a:r>
              <a:t>fff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