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800">
                <a:solidFill>
                  <a:srgbClr val="00FFCC"/>
                </a:solidFill>
                <a:latin typeface="Arial"/>
              </a:defRPr>
            </a:pPr>
            <a:r>
              <a:t>Plastic soep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82828"/>
                </a:solidFill>
                <a:latin typeface="Arial"/>
              </a:defRPr>
            </a:pPr>
            <a:r>
              <a:t>Merijn, Tim, Yassien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4747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800">
                <a:solidFill>
                  <a:srgbClr val="00FFCC"/>
                </a:solidFill>
                <a:latin typeface="Arial"/>
              </a:defRPr>
            </a:pPr>
            <a:r>
              <a:t>Inhoud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  <a:r>
              <a:t>Inleiding</a:t>
            </a:r>
          </a:p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  <a:r>
              <a:t>Probleem</a:t>
            </a:r>
          </a:p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  <a:r>
              <a:t>Vragen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im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4747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800">
                <a:solidFill>
                  <a:srgbClr val="00FFCC"/>
                </a:solidFill>
                <a:latin typeface="Arial"/>
              </a:defRPr>
            </a:pPr>
            <a:r>
              <a:t>Inleiding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4747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800">
                <a:solidFill>
                  <a:srgbClr val="00FFCC"/>
                </a:solidFill>
                <a:latin typeface="Arial"/>
              </a:defRPr>
            </a:pPr>
            <a:r>
              <a:t>Probleem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im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4747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800">
                <a:solidFill>
                  <a:srgbClr val="00FFCC"/>
                </a:solidFill>
                <a:latin typeface="Arial"/>
              </a:defRPr>
            </a:pPr>
            <a:r>
              <a:t>Vragen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solidFill>
            <a:srgbClr val="141838"/>
          </a:solidFill>
          <a:ln w="1905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800">
                <a:solidFill>
                  <a:srgbClr val="00FFCC"/>
                </a:solidFill>
                <a:latin typeface="Arial"/>
              </a:defRPr>
            </a:pPr>
            <a:r>
              <a:t>Geen titel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FFCC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