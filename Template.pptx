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CEAE-9620-EA63-FA6F-83AD9EA1075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1CE7E2-C37E-F54F-24DD-3E4A4B61E0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55107-D7CB-09EA-8E0D-0B8A15D19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0CD1-AE12-4ADB-936A-D7E94B7F201E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CDD57-F880-5878-E7C6-F4712289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B2754-DB0C-63AB-9D4E-B08378782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99A2-D8C1-40A4-9E73-E191A0D06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348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B23BF-44C9-2676-6402-B05E994E8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877F5-E9EA-1B2D-5983-000F67BD574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Body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0B1B0-EEF4-B586-3004-6144D32DE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0CD1-AE12-4ADB-936A-D7E94B7F201E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DF1C1-3F18-8536-FFB7-CA7F7994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41D9-7534-A836-BA02-5783C234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99A2-D8C1-40A4-9E73-E191A0D06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8037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C7B93-1A4F-1426-E0F2-DE0CA2AA3A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49E26-4833-4AA7-F336-0A6D06586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D1862-C6FE-1965-7F06-2C7263749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0CD1-AE12-4ADB-936A-D7E94B7F201E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662EE-281C-A981-B77F-DF1F7DCCE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B1D70-F309-CDD2-D784-9571143C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99A2-D8C1-40A4-9E73-E191A0D06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06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E40F-07D2-D413-B3CB-E48D2E789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1DF9B-1905-EF88-2AFF-0686599F60F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Left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5B76E-2D77-F1EE-6E22-A14B35517A8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Right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AA45E-E578-ECCC-F1F5-E0D89060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0CD1-AE12-4ADB-936A-D7E94B7F201E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94D33-F309-769B-6D73-A4091BD09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BC9BC-77A3-86E9-008D-1D95ABFBF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99A2-D8C1-40A4-9E73-E191A0D06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888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BC06A-1A45-C741-FA8A-C89DF5ECC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24829-8786-5A7C-48BE-4BA0DEDCD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EB0D8-CBA8-1F43-75F1-948B68586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87DEDC-6021-9C26-EADE-6A74D56A96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731898-AEB8-EBAB-3675-99D0E4FA31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4687DE-1798-E91D-1036-926F7D37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0CD1-AE12-4ADB-936A-D7E94B7F201E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42B0C-D4E1-4815-7F57-37CCFAFDE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AB1028-7A6A-D527-5F01-99601F0B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99A2-D8C1-40A4-9E73-E191A0D06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107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F09F2-4118-9A3F-B443-9FAD537C2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0C0C48-7DE1-E88E-AFFB-F2179538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0CD1-AE12-4ADB-936A-D7E94B7F201E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EA517-64A6-4050-9AD4-FF46D8E07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EBE09-927A-B2BB-0FF4-E5592C3E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99A2-D8C1-40A4-9E73-E191A0D06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98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B348E2-90EC-98B9-89C5-3E736B51B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0CD1-AE12-4ADB-936A-D7E94B7F201E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F3952F-9EBA-6E48-2402-5E121B4BF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005BF-EB13-1398-5DAA-284D97B6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99A2-D8C1-40A4-9E73-E191A0D06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4733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781A-6A81-1BA6-2F9A-415DCCBE1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94177-A834-833E-F55D-275DB6503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510BA-AE95-26CC-2552-90C1A39D6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7B50B-98A0-C726-4C7E-077EF7CCC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0CD1-AE12-4ADB-936A-D7E94B7F201E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ED73F-3F36-7C86-55BA-FEC016414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89CF9-A354-33E6-2E86-C3F6B1D09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99A2-D8C1-40A4-9E73-E191A0D06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4053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88CE-6EE3-F30B-6CB0-6E6E9144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A6D718-4014-C404-348F-B6AA64C63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94019-6015-D851-34B7-BDF4C6621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A3CC5-02AF-F29E-DC4D-67F8C4D10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0CD1-AE12-4ADB-936A-D7E94B7F201E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D86CA-3EFF-8752-B32F-5F5FD22D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E1B6A-2194-DD0A-0BF3-5645B28D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99A2-D8C1-40A4-9E73-E191A0D06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01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A92FF-0559-7973-206D-9FF450D1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454E0-2CCF-DEFE-7E7B-390DE2819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78CF1-37C2-BC2F-E364-5A61F85BE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0CD1-AE12-4ADB-936A-D7E94B7F201E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364A8-29DD-EDAF-8C90-7236B1A51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5579D-E126-B510-C081-578D049A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99A2-D8C1-40A4-9E73-E191A0D06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468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BCA8E-4947-3C8F-B784-4D631F428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D6EED6-D96D-2AF1-FDD6-502044447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7A55A-5185-CC32-9B47-809C5A854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0CD1-AE12-4ADB-936A-D7E94B7F201E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284F-853C-2393-002A-0DA38BF94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AC6C5-47FE-C3A6-FCAA-8F7193ED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99A2-D8C1-40A4-9E73-E191A0D06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583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7AE79-0314-C331-12F0-FC70D5685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C5142-7CB8-4FD5-58B8-CA105F4C0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9893D-9366-123E-8824-CD2FAA458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350CD1-AE12-4ADB-936A-D7E94B7F201E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86AE7-132D-7872-C067-D803764DA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68D21-BB65-F527-BB6D-3F7E4A003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6299A2-D8C1-40A4-9E73-E191A0D06E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577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203D-749A-8FAC-705A-7AF0BA52B9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27401B-E56D-0812-1559-AB84A9999A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1901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Braak,Tim T.M.G. van den</dc:creator>
  <cp:lastModifiedBy>Braak,Tim T.M.G. van den</cp:lastModifiedBy>
  <cp:revision>1</cp:revision>
  <dcterms:created xsi:type="dcterms:W3CDTF">2026-05-06T09:07:37Z</dcterms:created>
  <dcterms:modified xsi:type="dcterms:W3CDTF">2026-05-06T12:18:33Z</dcterms:modified>
</cp:coreProperties>
</file>